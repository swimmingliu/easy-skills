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概念演示，不代表已上线产品。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这是产品问题假设，需用访谈验证。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不得把概念界面称为真实截图。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能力范围需由产品团队确认。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为方案比较，不是已验证效果数据。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不在此页虚构融资金额。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6B76"/>
                </a:solidFill>
              </a:rPr>
              <a:t>把零散会议信息整理成可执行决策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真正的损耗发生在会议结束之后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结论散落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责任不清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跟进依赖人工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一个工作区承接从记录到行动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6B76"/>
                </a:solidFill>
              </a:rPr>
              <a:t>产品截图尚未提供，当前保留可替换槽位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三步把讨论转成执行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汇入资料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提炼决定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0352F"/>
                </a:solidFill>
              </a:rPr>
              <a:t>分派行动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价值来自更短的决策闭环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5A"/>
                </a:solidFill>
              </a:rPr>
              <a:t>传统方式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会后手工整理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状态分散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55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5493"/>
                </a:solidFill>
              </a:rPr>
              <a:t>Nimbus 设想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23317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结构化沉淀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统一跟进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下一步：验证高频团队的真实需求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6B76"/>
                </a:solidFill>
              </a:rPr>
              <a:t>确认访谈名单与验证指标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AI</dc:title>
  <dc:subject>Explain the product thesis and agree on a diligence follow-up</dc:subject>
  <dc:creator>create-editable-ppt</dc:creator>
  <cp:lastModifiedBy>create-editable-ppt</cp:lastModifiedBy>
  <cp:revision>1</cp:revision>
  <dcterms:created xsi:type="dcterms:W3CDTF">2026-07-18T18:31:33Z</dcterms:created>
  <dcterms:modified xsi:type="dcterms:W3CDTF">2026-07-18T18:31:33Z</dcterms:modified>
</cp:coreProperties>
</file>